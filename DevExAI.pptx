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054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 of one idea going all the way through DevExAI, about one minute. Recorded on a test Slack workspace and a test dashboard. The AI answers were saved replays, so no live Claude calls were made. Screens are unedited except that a temporary folder path and an older test post are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Slack screens from the test run. Left: the idea's thread with the safety check and plan. Right: the post, the maintainer's buttons, the announcement. Recorded on a test Slack workspace and a test dashboard. The AI answers were saved replays, so no live Claude calls were made. Screens are unedited except that a temporary folder path and an older test post are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Left: the idea page on the dashboard. Right: the public blog post. Bottom: devexai list and install, then the script prints the branch. Recorded on a test Slack workspace and a test dashboard. The AI answers were saved replays, so no live Claude calls were made. Screens are unedited except that a temporary folder path and an older test post are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.jpg"/><Relationship Id="rId4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PROPOSAL,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DevExAI: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Claude, Gemini,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code project, a new prompt, a new add-on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2.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reads up and writes a plan.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AI writes the code, tests and a how-to.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checks every line. A person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short post. The poster is named.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and reviews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3.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to the bot: text, links, or both.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plans, paid resources and releases, decide unsure cases, keep the project summaries current. Admins add them in the dashboard.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match, like Android or security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Otherwise, take turns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in 24 hours: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4.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Text, links, or both,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spots repeat ideas,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AI writes the code, tests and a how-to. Running the tests safely is next.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checks safety and quality, one round of fixes, then a person says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Numbered release, a short blog post, the poster named.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whole flow in one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pic>
        <p:nvPicPr>
          <p:cNvPr id="6" name="DevExAI-flow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463040"/>
            <a:ext cx="8229600" cy="4629150"/>
          </a:xfrm>
          <a:prstGeom prst="rect">
            <a:avLst/>
          </a:prstGeom>
        </p:spPr>
      </p:pic>
      <p:sp>
        <p:nvSpPr>
          <p:cNvPr id="7" name="build01 TextBox 6"/>
          <p:cNvSpPr txBox="1"/>
          <p:nvPr/>
        </p:nvSpPr>
        <p:spPr>
          <a:xfrm>
            <a:off x="9098280" y="1463040"/>
            <a:ext cx="254477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Idea to installed tool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0" i="0">
                <a:solidFill>
                  <a:srgbClr val="1E293B"/>
                </a:solidFill>
                <a:latin typeface="Arial"/>
              </a:rPr>
              <a:t>Posted in Slack, checked, planned, approved, built, reviewed, published, installed.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1" i="0">
                <a:solidFill>
                  <a:srgbClr val="0F172A"/>
                </a:solidFill>
                <a:latin typeface="Arial"/>
              </a:rPr>
              <a:t>Test run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0" i="0">
                <a:solidFill>
                  <a:srgbClr val="1E293B"/>
                </a:solidFill>
                <a:latin typeface="Arial"/>
              </a:rPr>
              <a:t>Test workspace, saved AI answers, no live Claude calls.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1" i="0">
                <a:solidFill>
                  <a:srgbClr val="0F172A"/>
                </a:solidFill>
                <a:latin typeface="Arial"/>
              </a:rPr>
              <a:t>Google Slides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0" i="0">
                <a:solidFill>
                  <a:srgbClr val="1E293B"/>
                </a:solidFill>
                <a:latin typeface="Arial"/>
              </a:rPr>
              <a:t>Plays in PowerPoint. In Slides, open DevExAI-flow.mp4 from the DevExAI Drive folder.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people see in Slack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pic>
        <p:nvPicPr>
          <p:cNvPr id="6" name="build01 Picture 5" descr="threa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2834640" cy="4607879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7" name="build01 TextBox 6"/>
          <p:cNvSpPr txBox="1"/>
          <p:nvPr/>
        </p:nvSpPr>
        <p:spPr>
          <a:xfrm>
            <a:off x="548640" y="6034343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idea's thread</a:t>
            </a:r>
          </a:p>
        </p:txBody>
      </p:sp>
      <p:pic>
        <p:nvPicPr>
          <p:cNvPr id="8" name="build02 Picture 7" descr="ide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1463040"/>
            <a:ext cx="7406640" cy="997839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9" name="build02 TextBox 8"/>
          <p:cNvSpPr txBox="1"/>
          <p:nvPr/>
        </p:nvSpPr>
        <p:spPr>
          <a:xfrm>
            <a:off x="3840480" y="2515743"/>
            <a:ext cx="7406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1. Someone posts an idea and gets a tracking number.</a:t>
            </a:r>
          </a:p>
        </p:txBody>
      </p:sp>
      <p:pic>
        <p:nvPicPr>
          <p:cNvPr id="10" name="build03 Picture 9" descr="approv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3329559"/>
            <a:ext cx="7406640" cy="390906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11" name="build03 TextBox 10"/>
          <p:cNvSpPr txBox="1"/>
          <p:nvPr/>
        </p:nvSpPr>
        <p:spPr>
          <a:xfrm>
            <a:off x="3840480" y="3775328"/>
            <a:ext cx="7406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2. The maintainer gets the plan in a direct message, with buttons.</a:t>
            </a:r>
          </a:p>
        </p:txBody>
      </p:sp>
      <p:pic>
        <p:nvPicPr>
          <p:cNvPr id="12" name="build04 Picture 11" descr="announc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0" y="4589145"/>
            <a:ext cx="7406640" cy="510803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13" name="build04 TextBox 12"/>
          <p:cNvSpPr txBox="1"/>
          <p:nvPr/>
        </p:nvSpPr>
        <p:spPr>
          <a:xfrm>
            <a:off x="3840480" y="5154811"/>
            <a:ext cx="7406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3. After review and Publish, the tool is announced in #ai-tools.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built tool, its blog post, and installing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pic>
        <p:nvPicPr>
          <p:cNvPr id="6" name="build01 Picture 5" descr="fil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480560" cy="224028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7" name="build01 TextBox 6"/>
          <p:cNvSpPr txBox="1"/>
          <p:nvPr/>
        </p:nvSpPr>
        <p:spPr>
          <a:xfrm>
            <a:off x="548640" y="3666744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Dashboard: files written by the AI and its review</a:t>
            </a:r>
          </a:p>
        </p:txBody>
      </p:sp>
      <p:pic>
        <p:nvPicPr>
          <p:cNvPr id="8" name="build02 Picture 7" descr="blo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59" y="1371600"/>
            <a:ext cx="4297680" cy="224651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9" name="build02 TextBox 8"/>
          <p:cNvSpPr txBox="1"/>
          <p:nvPr/>
        </p:nvSpPr>
        <p:spPr>
          <a:xfrm>
            <a:off x="5394959" y="3672979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Blog post with the install steps</a:t>
            </a:r>
          </a:p>
        </p:txBody>
      </p:sp>
      <p:pic>
        <p:nvPicPr>
          <p:cNvPr id="10" name="build03 Picture 9" descr="termi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6309360" cy="189119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11" name="build03 TextBox 10"/>
          <p:cNvSpPr txBox="1"/>
          <p:nvPr/>
        </p:nvSpPr>
        <p:spPr>
          <a:xfrm>
            <a:off x="548640" y="6015142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Real PowerShell output on a test computer</a:t>
            </a:r>
          </a:p>
        </p:txBody>
      </p:sp>
      <p:sp>
        <p:nvSpPr>
          <p:cNvPr id="12" name="build03 TextBox 11"/>
          <p:cNvSpPr txBox="1"/>
          <p:nvPr/>
        </p:nvSpPr>
        <p:spPr>
          <a:xfrm>
            <a:off x="7223759" y="4069080"/>
            <a:ext cx="441929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devexai install sets up tools made of .claude, .gemini or .codex files.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400" b="0" i="0">
                <a:solidFill>
                  <a:srgbClr val="475569"/>
                </a:solidFill>
                <a:latin typeface="Arial"/>
              </a:rPr>
              <a:t>This one is a single script, so it prints its own steps and is copied by hand.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5.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Harmful software, password stealers, hidden data sending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are read by a separate program that holds no passwords or keys, never on a laptop. The finished code is checked for safety again.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6.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services that need no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a protected file on the server,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this question. Every release still needs a person's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7.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8.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28" name="build02 TextBox 27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"Waiting for approval" appears only when a paid resource or login is needed. A "Testing" stage joins once tests can run safely.</a:t>
            </a:r>
          </a:p>
        </p:txBody>
      </p:sp>
      <p:pic>
        <p:nvPicPr>
          <p:cNvPr id="29" name="build03 Picture 28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0" name="build03 Rounded Rectangle 29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3 Rectangle 30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3 TextBox 31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3" name="build03 TextBox 32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 update goes into the idea's own thread; the maintainer's buttons come in a direct message.</a:t>
            </a:r>
          </a:p>
        </p:txBody>
      </p:sp>
      <p:sp>
        <p:nvSpPr>
          <p:cNvPr id="34" name="build03 Rounded Rectangle 33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Rectangle 34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3 TextBox 35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37" name="build03 TextBox 36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8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9.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"how to do X"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Connectors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add-ons that give assistants new abilities, like reading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and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Claude Code first; Gemini CLI and Codex next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Claude: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Gemini: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ChatGPT: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builder writes Claude Code files today. Later: one shared tool with a small layer for each assistant, so an idea is never 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10.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Set up each computer once, then one command per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22959" y="178308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admin, on the host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22959" y="2331720"/>
            <a:ext cx="2966618" cy="502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960120" y="2331720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DevExAI-Admin-Setup.exe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971800"/>
            <a:ext cx="296661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admin rights needed.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start admin</a:t>
            </a:r>
            <a:r>
              <a:rPr sz="1400" b="0" i="0">
                <a:solidFill>
                  <a:srgbClr val="1E293B"/>
                </a:solidFill>
                <a:latin typeface="Arial"/>
              </a:rPr>
              <a:t> starts the bot and opens the dashboard. Running it again just opens the dashboard.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4338218" y="1600200"/>
            <a:ext cx="3515258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78308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Each developer, once</a:t>
            </a:r>
          </a:p>
        </p:txBody>
      </p:sp>
      <p:sp>
        <p:nvSpPr>
          <p:cNvPr id="13" name="build02 Rounded Rectangle 12"/>
          <p:cNvSpPr/>
          <p:nvPr/>
        </p:nvSpPr>
        <p:spPr>
          <a:xfrm>
            <a:off x="4612538" y="2331720"/>
            <a:ext cx="2966618" cy="502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49698" y="2331720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DevExAI-User-Setup.exe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612538" y="2971800"/>
            <a:ext cx="296661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From the dashboard's Get DevExAI page. Connects to the server, trusts the company certificate and adds the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</a:t>
            </a:r>
            <a:r>
              <a:rPr sz="1400" b="0" i="0">
                <a:solidFill>
                  <a:srgbClr val="1E293B"/>
                </a:solidFill>
                <a:latin typeface="Arial"/>
              </a:rPr>
              <a:t> command.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1E293B"/>
                </a:solidFill>
                <a:latin typeface="Arial"/>
              </a:rPr>
              <a:t>Linux: one command from the same page.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8127796" y="1600200"/>
            <a:ext cx="3515258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178308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Each tool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8402116" y="2331720"/>
            <a:ext cx="2966618" cy="502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8539276" y="2331720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devexai install &lt;tool&gt;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402116" y="2971800"/>
            <a:ext cx="296661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Copied from the blog post. Adds the tool to this project; add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--global</a:t>
            </a:r>
            <a:r>
              <a:rPr sz="1400" b="0" i="0">
                <a:solidFill>
                  <a:srgbClr val="1E293B"/>
                </a:solidFill>
                <a:latin typeface="Arial"/>
              </a:rPr>
              <a:t> for every project.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548640" y="475488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TextBox 21"/>
          <p:cNvSpPr txBox="1"/>
          <p:nvPr/>
        </p:nvSpPr>
        <p:spPr>
          <a:xfrm>
            <a:off x="621792" y="475488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each change, asks first</a:t>
            </a:r>
          </a:p>
        </p:txBody>
      </p:sp>
      <p:sp>
        <p:nvSpPr>
          <p:cNvPr id="23" name="build04 Rounded Rectangle 22"/>
          <p:cNvSpPr/>
          <p:nvPr/>
        </p:nvSpPr>
        <p:spPr>
          <a:xfrm>
            <a:off x="4338218" y="475488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TextBox 23"/>
          <p:cNvSpPr txBox="1"/>
          <p:nvPr/>
        </p:nvSpPr>
        <p:spPr>
          <a:xfrm>
            <a:off x="4411370" y="475488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Never runs the tool's code</a:t>
            </a:r>
          </a:p>
        </p:txBody>
      </p:sp>
      <p:sp>
        <p:nvSpPr>
          <p:cNvPr id="25" name="build04 Rounded Rectangle 24"/>
          <p:cNvSpPr/>
          <p:nvPr/>
        </p:nvSpPr>
        <p:spPr>
          <a:xfrm>
            <a:off x="8127796" y="475488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8200948" y="475488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Uninstall keeps your edits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Also: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list</a:t>
            </a:r>
            <a:r>
              <a:rPr sz="1400" b="0" i="0">
                <a:solidFill>
                  <a:srgbClr val="475569"/>
                </a:solidFill>
                <a:latin typeface="Arial"/>
              </a:rPr>
              <a:t>,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uninstall &lt;tool&gt;</a:t>
            </a:r>
            <a:r>
              <a:rPr sz="1400" b="0" i="0">
                <a:solidFill>
                  <a:srgbClr val="475569"/>
                </a:solidFill>
                <a:latin typeface="Arial"/>
              </a:rPr>
              <a:t>,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update</a:t>
            </a:r>
            <a:r>
              <a:rPr sz="1400" b="0" i="0">
                <a:solidFill>
                  <a:srgbClr val="475569"/>
                </a:solidFill>
                <a:latin typeface="Arial"/>
              </a:rPr>
              <a:t>. It never changes your settings files and never replaces your own files unless you ask.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11.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Opus thinks and checks; cheaper models will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Opus; virus and leaked-key scanners to add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and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 today; Gemini Flash or a local model planned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Written from the approved plan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No extra model needed.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Trying new models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12.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today; Teams, Google Chat, Discord and more with a small add-on each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today; Gemini and ChatGPT next. Subscriptions or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code lives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 and others (later)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Passwords and keys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protected file on the server today; a company vault later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 into the dashboard; each post is a web page with an Install it button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server, from a Windows or Linux package that updates itself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Shared accounts (planned)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or keys for each AI company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When one hits its limit,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stay in the protected file,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Code review always stays with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 or enterprise)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13.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more accounts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building, off for now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on the company network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The blog, already built into the dashboard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14.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is never changed, or sent to services we have not approved.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15.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core is built; next, grow it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Built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Ideas from Slack, safety check, plan, dashboard, blog.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Mostly built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Built: AI writes the tool, Opus checks it, post, install command. Next: run tests safely, shared accounts.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Next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Started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Windows setup, Linux command and updates exist. Next: Linux server setup, Teams.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graphics-card machine for cheap building and testing,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"Was this useful?"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16.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tests on a locked-down machine (next),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by a separate program as plain text, with no keys at hand.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Shared accounts break AI company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 or enterprise plans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Repeat-idea check, a "not now" label, a simple priority list.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17.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have decided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Off for now. Self-hosted models may become a setup option.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post is a web page on the dashboard's blog, with an Install it button.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Raghav is the pilot's admin and first maintainer. Maintainers answer within 24 hours.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D4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hosts it on its own network, from a Windows or Linux package that updates itself.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Pick the pilot team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Run the pilot with that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the README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2744</Words>
  <Application>Microsoft Office PowerPoint</Application>
  <PresentationFormat>Widescreen</PresentationFormat>
  <Paragraphs>383</Paragraphs>
  <Slides>22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2026-10-22T05:29:04Z</dcterms:modified>
  <cp:category/>
</cp:coreProperties>
</file>