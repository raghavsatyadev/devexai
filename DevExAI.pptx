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950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 ·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 —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 · Gemini ·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GitHub repo, a new prompt, a new MCP server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02 ·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researches with our project context.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cheaper model writes code and tests.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reviews every line; a human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Short post with install steps; idea credited.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· cheaper models build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03 ·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— text, links, or both — to the bot.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paid resources and releases, decide unsure cases, own the project summaries.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 (e.g. Android, backend, security)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 round-robin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in time (e.g. one working day) →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04 ·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 and/or links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checks for duplicates,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 &amp; test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Cheaper model, in a sandbox, with tests and a README.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review, safety check again, human final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Versioned release, short blog post, poster credited.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05 ·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Malware, credential stealers, miners, hidden network calls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open in an isolated sandbox, never on a laptop. The same check runs again on the finished code.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06 ·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APIs without a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an API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a secret store,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resource approval — every release still needs a human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07 ·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cheaper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08 ·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Testing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8" name="build02 Right Arrow 27"/>
          <p:cNvSpPr/>
          <p:nvPr/>
        </p:nvSpPr>
        <p:spPr>
          <a:xfrm>
            <a:off x="6620256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2 Rounded Rectangle 28"/>
          <p:cNvSpPr/>
          <p:nvPr/>
        </p:nvSpPr>
        <p:spPr>
          <a:xfrm>
            <a:off x="6885432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2 TextBox 29"/>
          <p:cNvSpPr txBox="1"/>
          <p:nvPr/>
        </p:nvSpPr>
        <p:spPr>
          <a:xfrm>
            <a:off x="6958584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31" name="build02 TextBox 30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“Waiting for approval” appears only when a paid resource or login is needed.</a:t>
            </a:r>
          </a:p>
        </p:txBody>
      </p:sp>
      <p:pic>
        <p:nvPicPr>
          <p:cNvPr id="32" name="build03 Picture 31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3" name="build03 Rounded Rectangle 32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build03 Rectangle 33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TextBox 34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6" name="build03 TextBox 35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Everything goes into the idea's own thread, so anyone can see what happened and why.</a:t>
            </a:r>
          </a:p>
        </p:txBody>
      </p:sp>
      <p:sp>
        <p:nvSpPr>
          <p:cNvPr id="37" name="build03 Rounded Rectangle 36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3 Rectangle 37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build03 TextBox 38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40" name="build03 TextBox 39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/>
      <p:bldP spid="33" grpId="0" animBg="1"/>
      <p:bldP spid="34" grpId="0" animBg="1"/>
      <p:bldP spid="35" grpId="0"/>
      <p:bldP spid="36" grpId="0"/>
      <p:bldP spid="37" grpId="0" animBg="1"/>
      <p:bldP spid="38" grpId="0" animBg="1"/>
      <p:bldP spid="39" grpId="0"/>
      <p:bldP spid="4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09 ·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“how to do X”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MCP servers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services that give assistants new abilities, e.g. read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&amp;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assistants supported at launch — more later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 ·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 ·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 ·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One shared core with a thin adapter per assistant, so an idea is never rebuilt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 ·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Your project or your whole machine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This project only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68680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1051560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--project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68680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the project's folder (.claude/, .gemini/, .codex/) and can be committed, so the whole team gets it.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868680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Team or project tools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6278727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My whole machine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781647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--global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6598767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your personal settings folder and work in every project.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6598767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Personal productivity tools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48640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621792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exactly what it will change first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6278727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6351879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devex uninstall removes it cleanly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 ·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Strong models think, cheaper models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+ standard malware and secret scanners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&amp;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Gemini Flash (default); DeepSeek or local model optional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model, checked by Opus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Short text, low risk.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Experiments / evals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 ·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with bots: Slack, Teams, Google Chat, Discord, Mattermost, and more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Claude, Gemini, ChatGPT — subscriptions and/or API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Code host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Bitbucket, Azure DevOps, self-hosted Git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Secret store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HashiCorp Vault, or AWS / Google Cloud / Azure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 / website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site, wiki, or any site the bot can publish to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Cloud VM, own servers, or Docker / Kubernetes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Account pool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and API keys per provider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hits its limit →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live in the secret store,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Never swaps to a weaker reviewer: review stays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(business, enterprise or API)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 ·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accounts or keys to the pool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 — off by default (open question 1)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or cloud VM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blog website — custom-built, details later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 ·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and summaries are read-only; never sent to unapproved services.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 ·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Start small, then grow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2–3 weeks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intake (our platform), safety gate, plan, human-built tool, manual post.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3–4 weeks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Cheap builder, tests, Opus review, auto post, install command, account pool.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Ongoing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After phase 3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Second chat platform (e.g. Teams), settings file, setup guide.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GPU machine for cheap building and evals,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“Was this useful?”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sandboxed builds,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in a sandbox as plain data; no secrets while reading.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Account pool breaks provider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Business, enterprise plans or API keys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Duplicate check, “not now” label, simple priority queue.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 · 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need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 (optional)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Use it only for work with no company code, or run its open models on our own GPU? The plan works without it.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 website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Our own custom-built site. Design, hosting and how the bot publishes are decided later.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75569"/>
                </a:solidFill>
                <a:latin typeface="Arial"/>
              </a:rPr>
              <a:t>Q3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First 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Who they are, and what response time we promise.</a:t>
            </a:r>
          </a:p>
        </p:txBody>
      </p:sp>
      <p:sp>
        <p:nvSpPr>
          <p:cNvPr id="21" name="build03 Rounded Rectangle 20"/>
          <p:cNvSpPr/>
          <p:nvPr/>
        </p:nvSpPr>
        <p:spPr>
          <a:xfrm>
            <a:off x="4632807" y="4069080"/>
            <a:ext cx="1051560" cy="41148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3 TextBox 21"/>
          <p:cNvSpPr txBox="1"/>
          <p:nvPr/>
        </p:nvSpPr>
        <p:spPr>
          <a:xfrm>
            <a:off x="4705959" y="4069080"/>
            <a:ext cx="90525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Parked</a:t>
            </a:r>
          </a:p>
        </p:txBody>
      </p:sp>
      <p:sp>
        <p:nvSpPr>
          <p:cNvPr id="23" name="build04 Rounded Rectangle 22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ectangle 23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Q4</a:t>
            </a:r>
          </a:p>
        </p:txBody>
      </p:sp>
      <p:sp>
        <p:nvSpPr>
          <p:cNvPr id="26" name="build04 TextBox 25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Other companies host it themselves, we host it for them, or both?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/>
      <p:bldP spid="23" grpId="0" animBg="1"/>
      <p:bldP spid="24" grpId="0" animBg="1"/>
      <p:bldP spid="25" grpId="0"/>
      <p:bldP spid="26" grpId="0"/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Answer the open questions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Start the pilot with one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README.md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2241</Words>
  <Application>Microsoft Office PowerPoint</Application>
  <PresentationFormat>Widescreen</PresentationFormat>
  <Paragraphs>351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2026-10-20T08:12:22Z</dcterms:modified>
  <cp:category/>
</cp:coreProperties>
</file>